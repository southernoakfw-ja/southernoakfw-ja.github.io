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0–2] Welcome everyone. Say: December is busy, so tonight is short and useful — we get your family's papers and plan ready so January starts calm. No cost, no sales pitch. Questions at the end; registered questions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2–3] Read the road map. Tell them the papers list is the part to write down — or take a photo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3–7] This is Southern Oak's specialty, in plain words. Families carry all of this in their heads; a plan puts it on paper, in order, so nothing falls through the cracks.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7–11] Walk the four steps slowly. No prices tonight — the first talk is free, and every family's plan is different, just like every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11–14] Use the three ages to make it real. This is Jessica's own line: no plan is the same, just like every disability. Ask families to think about which age fits their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14–18] Gentle and practical. Letters from SSA often have deadlines — opening them is step one. If a letter is confusing, that is a free-talk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18–22] Turning 18 is one of the biggest change points. Families with a 17-year-old should start in January, not the birthday month. Offer the free talk for their family's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22–27] Read the list slowly — this is the photo-the-slide moment. One folder, five things. Having these ready makes every filing and every appointment easier in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27–30] A clean list helps doctors, SSA, and the family. And the check is free for everyone — say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30–33] Handle with care — this is education, not a pitch. The point: a child's plan is only as strong as the parents' protection. Invite questions at the free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33–35] End teaching with doable steps. Three things, one month.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[Minutes 35–45] Registered questions first, as promised. Keep group answers general; private details belong in the free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[Close] Wish them a Merry Christmas and a calm start to 2027. Remind them: the first talk is free, and we will be here in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uthern-o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25257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E4A2B"/>
                </a:solidFill>
                <a:latin typeface="Georgia"/>
              </a:rPr>
              <a:t>The Gift of a Clear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C76624"/>
                </a:solidFill>
                <a:latin typeface="Calibri"/>
              </a:rPr>
              <a:t>Start the New Year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222"/>
                </a:solidFill>
                <a:latin typeface="Calibri"/>
              </a:rPr>
              <a:t>Friday, December 11, 2026 · 6:30–7:15 PM CT · Live on Zoom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E4A2B"/>
                </a:solidFill>
                <a:latin typeface="Calibri"/>
              </a:rPr>
              <a:t>Jessica Alvarez  |  Southern Oak Financial &amp; Wellness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Tonight's Road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What a personal plan is — and how one is made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Your year-end benefits check-up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Turning 18 in 2027? Start now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The papers to gather over the holidays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Protecting the parents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Your January small steps +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What Is a Personal Plan?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 plan made only for YOUR child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It puts benefits, medication, school and money in one order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It names the next steps — and who does them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For ages 5 to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How a Plan Is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Step 1: Your free first talk — we listen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Step 2: We look at where your family is today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Step 3: Your child's plan is built, step by step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Step 4: We update it as life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No Two Plans Are the 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 7-year-old's plan is about school and benefits today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 17-year-old's plan is about turning 18 and what changes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 24-year-old's plan is about work, benefits and living grown-up life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Every plan is unique — just like every disability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Your Year-End Benefits Check-Up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Read any letters from Social Security — do not stack them unopened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Check your child's medication list is current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Look at the school plan (504) — is it working?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Note any big changes coming in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Turning 18 in 2027? Start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At 18, Social Security uses adult rules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The parents' income stops counting the same way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Papers and doctor records matter more than ever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Starting early makes the change much smoother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Papers to Gather Over the Holidays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Your child's ID and Social Security card (copies)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Letters from Social Security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 list of doctors, clinics and medicines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School papers — the current 504 plan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Any guardianship or court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Medication List Refresh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Start January with one clean medication list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Name, dose, and what it is for — for every medicine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 medication check can look for ways to lower costs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Your medication check at Southern Oak is always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Protecting the Parents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If something happened to you, who would care for your child?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Planning for the parents protects the child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Life insurance can pay while you are living, with Living Benefits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A talk about it is always free — information first, no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Your January Small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Pick three small steps for January: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Make the one folder with the five papers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Write the clean medication list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Book your free first talk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Small steps in January beat big stress in June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Questions sent in at registration come first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Then open questions</a:t>
            </a:r>
          </a:p>
          <a:p>
            <a:pPr algn="l"/>
            <a:r>
              <a:rPr sz="2700" b="0">
                <a:solidFill>
                  <a:srgbClr val="222222"/>
                </a:solidFill>
                <a:latin typeface="Calibri"/>
              </a:rPr>
              <a:t>•  Personal cases: book your free first talk — we keep private things 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4A2B"/>
                </a:solidFill>
                <a:latin typeface="Calibri"/>
              </a:rPr>
              <a:t>Southern Oak Financial &amp; Wellness — Free Zoom Webinar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4A2B"/>
                </a:solidFill>
                <a:latin typeface="Georgia"/>
              </a:rPr>
              <a:t>Thank You — and Merry Christmas!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834640"/>
            <a:ext cx="9052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222"/>
                </a:solidFill>
                <a:latin typeface="Calibri"/>
              </a:rPr>
              <a:t>Thank you for spending part of your December with us</a:t>
            </a:r>
          </a:p>
          <a:p>
            <a:pPr algn="ctr"/>
            <a:r>
              <a:rPr sz="2600" b="0">
                <a:solidFill>
                  <a:srgbClr val="222222"/>
                </a:solidFill>
                <a:latin typeface="Calibri"/>
              </a:rPr>
              <a:t>Your first talk with us is always free</a:t>
            </a:r>
          </a:p>
          <a:p>
            <a:pPr algn="ctr"/>
            <a:r>
              <a:rPr sz="2600" b="0">
                <a:solidFill>
                  <a:srgbClr val="222222"/>
                </a:solidFill>
                <a:latin typeface="Calibri"/>
              </a:rPr>
              <a:t>Book at southernoakfw.org/book</a:t>
            </a:r>
          </a:p>
          <a:p>
            <a:pPr algn="ctr"/>
            <a:r>
              <a:rPr sz="2600" b="0">
                <a:solidFill>
                  <a:srgbClr val="222222"/>
                </a:solidFill>
                <a:latin typeface="Calibri"/>
              </a:rPr>
              <a:t>Email: southernoakfw@gmail.com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E4A2B"/>
                </a:solidFill>
                <a:latin typeface="Calibri"/>
              </a:rPr>
              <a:t>Jessica Alvarez  |  Southern Oak Financial &amp; Wellness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