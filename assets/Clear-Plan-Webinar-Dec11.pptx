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0–2] Welcome everyone. Tonight is for families whose teen turns 18 in 2027 — or soon after. Turning 18 changes the rules in big ways, and starting early makes all of it smoother. No cost, no sales pitch. Questions at the end; registered questions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2–3] Read the road map. Tell them the papers slide is the one to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3–6] Set the stage calmly. This is not scary — it is a change to be ready for, and ready is exactly what tonight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6–10] This is the fact families miss most: a no at 15 can become a yes at 18. Never promise a result — SSA decides. But every family with a 17-year-old should ask the question fresh at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10–14] The review is normal and expected — not a punishment. Strong records are the best preparation. Tell families: this year, papers are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14–19] DAC is the benefit almost nobody is told about. And the warning matters: when a parent is about to file, talk to us first — filing order can protect the young adult's Medicaid. Never promise amounts.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19–23] Handle with care. Many families have never heard they have choices here. Our role: explain the questions, help gather the picture, and point them to a Texas attorney for the legal step. Never give legal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23–26] Short and practical. The school piece surprises families — suddenly letters come addressed to the student. A written request keeps parents in the loop where the school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26–30] Read the list slowly — photo-the-slide moment. The holidays are the perfect time: one folder, five things, done before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30–33] End teaching with action. Every family's dates differ — that is what the free talk sorts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33–35] Small and doable. Then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35–45] Registered questions first. Keep answers general in the group; family dates and details belong in the free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[Close] Wish them a Merry Christmas and a calm start to 2027. We will be here in January when the steps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uthern-oa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125257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828800"/>
            <a:ext cx="9966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4A2B"/>
                </a:solidFill>
                <a:latin typeface="Georgia"/>
              </a:rPr>
              <a:t>Turning 18: What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290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C76624"/>
                </a:solidFill>
                <a:latin typeface="Calibri"/>
              </a:rPr>
              <a:t>What to Do First — Start the New Year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22222"/>
                </a:solidFill>
                <a:latin typeface="Calibri"/>
              </a:rPr>
              <a:t>Friday, December 11, 2026 · 6:30–7:15 PM CT · Live on Zoom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E4A2B"/>
                </a:solidFill>
                <a:latin typeface="Calibri"/>
              </a:rPr>
              <a:t>Jessica Alvarez  |  Southern Oak Financial &amp; Wellness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Tonight's Road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Why 18 changes everything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 money change — parents' income counts differently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 age-18 review: Social Security looks again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DAC — the benefit on a parent's record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Decisions at 18: who signs, who chooses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 papers to gather over the holidays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Your first steps for January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Why 18 Changes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At 18, your child is an adult in the eyes of the law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Social Security switches from child rules to ADULT rules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School, doctors and banks treat them as adults too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Nothing about your love changes — the paperwork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The Money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For a child, the parents' income counts in SSI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At 18, that counting changes — SSI looks at the young adult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Some teens who did NOT qualify before CAN qualify at 18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Others must show their disability meets the adult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The Age-18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If your child gets SSI now, SSA reviews the case at 18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They use the adult disability rules for the review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Doctor records and school records matter a lot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Keep every appointment and every paper this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DAC: The Benefit Most Families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DAC = Disabled Adult Child benefits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For an adult whose disability began before age 22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It pays on a PARENT'S work record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parent must be retired, disabled, or passed away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Before a parent files for retirement — ASK FIRST. The order of filings can protect Medicaid.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Decisions at 18: Who Signs, Who Chooses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At 18, your young adult signs for themselves — unless steps are taken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Families ask about guardianship and other choices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There are options, and they are legal decisions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We are not attorneys — we help you get ready to talk to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School at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Rights at school move to the student at 18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504 plan can continue — ask the school how they handle it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Transition planning should name work, training and daily life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Keep the current school papers in your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The Papers to Gather Over the Holidays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Your teen's ID and Social Security card (copies)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Letters from Social Security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list of doctors, clinics and medicines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School papers — the current 504 plan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Any guardianship or court 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Start Early: The January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If your teen turns 18 in 2027, your steps start in January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Book your free first talk — we map YOUR family's dates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Gather the folder over the holidays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Ask the DAC question before any parent files anything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One Small Step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Pick ONE: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Start the folder with one paper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Write down your teen's 18th birthday and circle it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Book your free first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Questions sent in at registration come first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Then open questions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Personal cases: book your free first talk — we keep private things private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2E4A2B"/>
                </a:solidFill>
                <a:latin typeface="Georgia"/>
              </a:rPr>
              <a:t>Thank You — and Merry Christmas!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834640"/>
            <a:ext cx="9052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Thank you for spending part of your December with us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Your first talk with us is always free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Book at southernoakfw.org/book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Email: southernoakfw@gmail.com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E4A2B"/>
                </a:solidFill>
                <a:latin typeface="Calibri"/>
              </a:rPr>
              <a:t>Jessica Alvarez  |  Southern Oak Financial &amp; Wellness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