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00400" cy="2057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dge-blan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5608" y="621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81A"/>
                </a:solidFill>
                <a:latin typeface="Georgia"/>
              </a:rPr>
              <a:t>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5608" y="9692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BC5A28"/>
                </a:solidFill>
                <a:latin typeface="Calibri"/>
              </a:rPr>
              <a:t>Your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8" y="11704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6"/>
                </a:solidFill>
                <a:latin typeface="Calibri"/>
              </a:rPr>
              <a:t>Special Needs Disability Consultant &amp; Advocate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4A24"/>
                </a:solidFill>
                <a:latin typeface="Calibri"/>
              </a:rPr>
              <a:t>San Antonio  •  Rio Grande Valley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7739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B2B26"/>
                </a:solidFill>
                <a:latin typeface="Calibri"/>
              </a:rPr>
              <a:t>southernoakfw.org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