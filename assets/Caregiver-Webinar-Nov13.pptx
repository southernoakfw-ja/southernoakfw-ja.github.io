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0–2] Welcome everyone. Say: November is Family Caregivers Month, and tonight is different — tonight is not a class about forms. Tonight is for YOU, the ones who help everyone else. No cost, no sales pitch. Questions at the end; the ones sent in at registration come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2–3] Read the road map out loud. Tell them: everything tonight is something you can do from home — this whole night was built for real caregiver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3–6] Speak from the heart. Many parents never hear anyone say this out loud. This is the heart of the night — slow down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6–10] Read the signs slowly — let them land. Say: if you nodded at two or more, tonight matters for you. Running on empty is normal for caregivers; it is not weakness, and it is not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10–14] Practical and doable tonight. One list ends so much daily stress — no more guessing at the pharmacy or the doctor's office.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14–18] This is the help caregivers look for most: medication costs. Explain plainly what the check is and that it costs nothing. Invite them to book one after class — first talk is free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18–23] Gentle, no shame about money — ever. One page of bills is the start of every budget we build with a family. Just teach the step tonight; prices stay out of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23–27] Families are surprised this works. Phone, internet, and medical bills are the best first calls. The worst they can say is no — and often they say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27–30] 2-1-1 is the front door to local help and Southern Oak is joining its listings. Tell them to save the number in their phone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30–33] Many parents have never heard the word respite. A rested caregiver is a safer caregiver. Encourage one small ask this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33–35] End the teaching with one doable step, not pressure. Then move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35–45] Registered questions first, as promised. Keep group answers general; private details belong in the free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[Close] Thank them warmly and say Happy Thanksgiving. Remind them: the medication check and the first talk are free — we are here when they are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uthern-oa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125257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828800"/>
            <a:ext cx="9966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E4A2B"/>
                </a:solidFill>
                <a:latin typeface="Georgia"/>
              </a:rPr>
              <a:t>Caring for the Caregiver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290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C76624"/>
                </a:solidFill>
                <a:latin typeface="Calibri"/>
              </a:rPr>
              <a:t>A Night for the Ones Who Help Everyone Else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22222"/>
                </a:solidFill>
                <a:latin typeface="Calibri"/>
              </a:rPr>
              <a:t>Friday, November 13, 2026 · 6:30–7:15 PM CT · Live on Zoom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E4A2B"/>
                </a:solidFill>
                <a:latin typeface="Calibri"/>
              </a:rPr>
              <a:t>Jessica Alvarez  |  Southern Oak Financial &amp; Wellness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Tonight's Road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 signs of running on empty — and what helps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Making medication time easier (your check is free)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Money basics for caregiving families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Where help lives: 2-1-1, respite, parent support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One small break you can take this month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Questions at the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Why Tonight Is About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 give all day, every day — meds, rides, calls, papers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Your child needs you healthy and standing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 cannot pour from an empty cup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Caring for yourself IS caring for your child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Signs You Are Running on Empty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Tired all the time, even after sleep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No real break in weeks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Snapping at people you love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Forgetting your OWN medicines and appointments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Feeling like nobody understands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First Help: Make Medication Time Easier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One clean list: name, dose, and what it is for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Same time each day, tied to a routine you already do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Ask the pharmacy your questions — that is their job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Keep the list on your phone AND on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Your Free Medication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We look at your child's full medication list with you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We look for programs that can lower the cost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Many families pay more than they have to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 check is FREE for everyone —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Money Basics for Caregiving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Know what comes in and what goes out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Write the bills on one page — that page is your map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Look for the bills that can be lowered first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Small steps beat big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Call and Ask: Bill Companies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Many companies have hardship or discount programs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 can ask for a lower price or more time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Be kind, be honest, write down who you talked to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One call can free up real money every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Where Help Lives: 2-1-1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Dial 2-1-1 — free, local, real people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Food, bills, rides, respite and more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Help for San Antonio and the Rio Grande Valley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 do not have to know what to ask for — just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Real Breaks: Respite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Respite means a trained person stays with your child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So you can rest, shop, or just breathe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Ask 2-1-1 and your local disability organizations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 break is not giving up — it is how caregivers 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One Small Break This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Pick ONE small thing: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One hour that is only yours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One call — 2-1-1, the pharmacy, or a bill company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One page — the medication list or the bill list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Small is enough. Start there.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Questions sent in at registration come first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Then open questions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Personal cases: book your free first talk — we keep private things private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2E4A2B"/>
                </a:solidFill>
                <a:latin typeface="Georgia"/>
              </a:rPr>
              <a:t>Thank You — and Happy Thanksgiving!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834640"/>
            <a:ext cx="9052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Thank you for all you do, every single day</a:t>
            </a:r>
          </a:p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Your first talk with us is always free</a:t>
            </a:r>
          </a:p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Book at southernoakfw.org/book</a:t>
            </a:r>
          </a:p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Email: southernoakfw@gmail.com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E4A2B"/>
                </a:solidFill>
                <a:latin typeface="Calibri"/>
              </a:rPr>
              <a:t>Jessica Alvarez  |  Southern Oak Financial &amp; Wellness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