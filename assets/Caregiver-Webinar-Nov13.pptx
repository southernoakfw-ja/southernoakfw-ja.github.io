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0–2] Welcome everyone. Say: November is Family Caregivers Month, and tonight is for YOU — the parents and caregivers who help everyone else. Thank them for coming. Remind them: no cost, no sales pitch, and questions at the end — the ones sent in when they registered come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2–3] Read the road map out loud so families know where the night is going. Tell them a pen and paper will help for the tips.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3–6] Speak from the heart here. Many parents never hear this. Say: the best thing you can give your child is a caregiver who is still standing. Tonight we cover your child's benefits AND your own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6–8] Set up the map. Say: these three get mixed up all the time. Tonight we keep it simple — what each one is and who it is for. Details for one family belong in a free first talk, not a group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8–11] Plain words only. SSI looks at the disability AND the money side. For a child, the parents' income counts too. Never promise anyone they will be approved — SSA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11–14] DAC is the one families miss most. Key line: if a parent is about to file for retirement, talk to us FIRST — the order of filings can protect the child's Medicaid. Never promise amounts; SSA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14–17] Walk through the three questions slowly. These answers point to the right door. Tell them: you do not have to figure this out alone tonight — that is what the free talk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17–22] This is real help families can use right away. Explain what a check is: we look at the full list, look for help programs, and show you the steps. The check itself is free for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22–27] Keep it gentle — no shame about money, ever. Share the call-companies tip: many companies have hardship or discount programs, but you have to ask. That one call can free up real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27–30] Remind them 2-1-1 is free and local. Respite is not giving up — it is how caregivers last. Encourage one small ask this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30–33] This is Southern Oak's specialty. A plan takes all the pieces families carry in their heads and puts them in order, with next steps. No prices tonight — the first talk is free and that is where we look at your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33–35] End teaching with action, not pressure. One small step this week. Then move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[Minutes 35–45] Answer registered questions first, like we promise. Keep answers general. If a question needs a family's private details, invite them to the free talk instead of answering it in the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[Close] Thank them warmly. Say Happy Thanksgiving. Remind them the first talk is free and there is no pressure — we are here when they are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uthern-oa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125257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828800"/>
            <a:ext cx="9966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2E4A2B"/>
                </a:solidFill>
                <a:latin typeface="Georgia"/>
              </a:rPr>
              <a:t>Thankful Hearts, Clear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290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C76624"/>
                </a:solidFill>
                <a:latin typeface="Calibri"/>
              </a:rPr>
              <a:t>Help for the Ones Who Help Everyone Else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22222"/>
                </a:solidFill>
                <a:latin typeface="Calibri"/>
              </a:rPr>
              <a:t>Friday, November 13, 2026 · 6:30–7:15 PM CT · Live on Zoom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E4A2B"/>
                </a:solidFill>
                <a:latin typeface="Calibri"/>
              </a:rPr>
              <a:t>Jessica Alvarez  |  Southern Oak Financial &amp; Wellness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Tonight's Road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First: a word for you, the caregiver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 benefits map: SSI, SSDI &amp; DAC in plain words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Medication help — your check is free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Caring for YOU: budget basics &amp; asking for help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Your child's personal plan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Questions at the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First, a Word 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 give all day, every day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Caregivers get tired — that is normal, not weak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 cannot pour from an empty cup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Tonight, some of this help is for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The Benefits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Three names come up again and again: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SSI — Supplemental Security Income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SSDI — Social Security Disability Insurance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DAC — Disabled Adult Child benefits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Each one has its own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SSI in Plain Words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SSI is based on need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It helps children and adults with disabilities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Income and resources count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Many children with disabilities qualify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Applying takes papers and patience — and help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SSDI &amp; DAC in Plain Words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SSDI is based on a work record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DAC is for an adult child with a disability that began before age 22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DAC pays on a parent's work record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 parent must be retired, disabled, or passed away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DAC can connect to Medicaid — timing matters, ask before filing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Which One Fits Your Family?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Is the child under 18, or a young adult?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Has a parent worked and paid into Social Security?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Is a parent near retirement?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Write your answers down — bring them to your free first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Medication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Medication costs can often be lowered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Help programs exist for many medicines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 medication check looks at every medicine your child takes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Your medication check at Southern Oak is always FREE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Bring your medication list — we go through it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Caring for YOU: Budget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Know what comes in and what goes out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Write the bills down — one page is enough to start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You can call bill companies and ask for lower prices or more time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Small steps beat big stress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Budget help is one of the things we do with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Asking for Help Is a Strength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Dial 2-1-1 for local help — food, bills, respite and more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Respite care gives caregivers a real break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Parent groups understand your life like no one else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Accepting help protects your whole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Your Child's Personal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 plan made only for YOUR child — no two are the same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It covers benefits, medication, school steps and the future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For ages 5 to 26 — child plans and young-adult transition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It grows and updates as your child's life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One Small Step 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Pick ONE — small is enough: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Book your free first talk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Ask for your free medication check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Call 2-1-1 and ask what help is near you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Write your child's medication list on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Georgia"/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Questions sent in at registration come first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Then open questions</a:t>
            </a:r>
          </a:p>
          <a:p>
            <a:pPr algn="l"/>
            <a:r>
              <a:rPr sz="2700" b="0">
                <a:solidFill>
                  <a:srgbClr val="222222"/>
                </a:solidFill>
                <a:latin typeface="Calibri"/>
              </a:rPr>
              <a:t>•  Personal cases: book your free first talk — we keep private things private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4A2B"/>
                </a:solidFill>
                <a:latin typeface="Calibri"/>
              </a:rPr>
              <a:t>Southern Oak Financial &amp; Wellness — Free Zoom Webinar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2E4A2B"/>
                </a:solidFill>
                <a:latin typeface="Georgia"/>
              </a:rPr>
              <a:t>Thank You — and Happy Thanksgiving!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2834640"/>
            <a:ext cx="9052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Thank you for all you do, every single day</a:t>
            </a:r>
          </a:p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Your first talk with us is always free</a:t>
            </a:r>
          </a:p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Book at southernoakfw.org/book</a:t>
            </a:r>
          </a:p>
          <a:p>
            <a:pPr algn="ctr"/>
            <a:r>
              <a:rPr sz="2600" b="0">
                <a:solidFill>
                  <a:srgbClr val="222222"/>
                </a:solidFill>
                <a:latin typeface="Calibri"/>
              </a:rPr>
              <a:t>Email: southernoakfw@gmail.com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E4A2B"/>
                </a:solidFill>
                <a:latin typeface="Calibri"/>
              </a:rPr>
              <a:t>Jessica Alvarez  |  Southern Oak Financial &amp; Wellness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