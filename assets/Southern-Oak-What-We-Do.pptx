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4A2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uthern-oak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502920"/>
            <a:ext cx="1575359" cy="19202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974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400" b="1" i="0">
                <a:solidFill>
                  <a:srgbClr val="F3EAD3"/>
                </a:solidFill>
                <a:latin typeface="Georgia"/>
              </a:rPr>
              <a:t>What We Do For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600" b="0" i="0">
                <a:solidFill>
                  <a:srgbClr val="FFFFFF"/>
                </a:solidFill>
                <a:latin typeface="Georgia"/>
              </a:rPr>
              <a:t>How we provide it — and what you will 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57200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 i="1">
                <a:solidFill>
                  <a:srgbClr val="D9C29A"/>
                </a:solidFill>
                <a:latin typeface="Georgia"/>
              </a:rPr>
              <a:t>Supporting Families, Building Futures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350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 i="0">
                <a:solidFill>
                  <a:srgbClr val="F3EAD3"/>
                </a:solidFill>
                <a:latin typeface="Georgia"/>
              </a:rPr>
              <a:t>Southern Oak Financial &amp; Wellness  •  San Antonio &amp; the Rio Grande Valley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E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3EAD3"/>
                </a:solidFill>
                <a:latin typeface="Georgia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A small business with a big heart — built for families of children and adults with special needs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Jessica Alvarez: advocate for 5 years in the special needs community, life insurance agent for 4 years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Jessica lives this herself — diagnosed with juvenile rheumatoid arthritis at age 11, her family went through the same struggles with benefits, medication, and help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That is why Southern Oak exists: so no family walks this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solidFill>
            <a:srgbClr val="3E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3EAD3"/>
                </a:solidFill>
                <a:latin typeface="Georgia"/>
              </a:rPr>
              <a:t>Southern Oak Financial &amp; Wellness  •  southernoakfw@gmail.com  •  southernoakfw.org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949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1">
                <a:solidFill>
                  <a:srgbClr val="BC5A28"/>
                </a:solidFill>
                <a:latin typeface="Georgia"/>
              </a:rPr>
              <a:t>We speak English and Spanish. Everything is online, by Zoom and email — no office visit needed.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E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3EAD3"/>
                </a:solidFill>
                <a:latin typeface="Georgia"/>
              </a:rPr>
              <a:t>What We Do — Five Ways We 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SSA Benefits — help applying for SSI / SSDI for a child or an adult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Life Insurance — protection plans (Term &amp; IUL, Living Benefits). No fee until you approve a policy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Medication Assistance — a free check to lower what you pay for medicine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Budget &amp; Credit Repair — a monthly budget that works, and a plan to fix credit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Transition to 18 — getting your young adult ready for adult benefits and adult life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solidFill>
            <a:srgbClr val="3E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3EAD3"/>
                </a:solidFill>
                <a:latin typeface="Georgia"/>
              </a:rPr>
              <a:t>Southern Oak Financial &amp; Wellness  •  southernoakfw@gmail.com  •  southernoakfw.org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E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3EAD3"/>
                </a:solidFill>
                <a:latin typeface="Georgia"/>
              </a:rPr>
              <a:t>How We Provide It — From Start to Finish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1 · Book your FREE consultation and fill out your intake online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2 · We review everything — where you are, what you need, what is already in place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3 · You get your RESULTS page — free, yours to keep: what we found, what you need, your first steps in order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4 · You choose: we build your plan, we guide you on Zoom, or we do just the one thing you need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5 · We work it together, step by step — and you always know the price before you pay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solidFill>
            <a:srgbClr val="3E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3EAD3"/>
                </a:solidFill>
                <a:latin typeface="Georgia"/>
              </a:rPr>
              <a:t>Southern Oak Financial &amp; Wellness  •  southernoakfw@gmail.com  •  southernoakfw.org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E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3EAD3"/>
                </a:solidFill>
                <a:latin typeface="Georgia"/>
              </a:rPr>
              <a:t>What We Review For You — Free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SSA Benefits — what you have now, where your case stands, your deadlines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Medication — your full list, what you pay now, where you can pay less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Protection — is your family covered if something happens to you?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Budget &amp; Credit — money in, money out, and your credit goal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Already In Place — guardianship, waiver, living plan, rides, trust, ABLE, power of attorney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The Road to 18 — for young adults: decisions and papers that must happen BEFORE the birthday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solidFill>
            <a:srgbClr val="3E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3EAD3"/>
                </a:solidFill>
                <a:latin typeface="Georgia"/>
              </a:rPr>
              <a:t>Southern Oak Financial &amp; Wellness  •  southernoakfw@gmail.com  •  southernoakfw.org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E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3EAD3"/>
                </a:solidFill>
                <a:latin typeface="Georgia"/>
              </a:rPr>
              <a:t>The Plan Package — What You Will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Your full written plan — built from your intake, for your family, your child (5–17), or your young adult (18–26)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What to work on FIRST, marked clear — your steps in order, with every deadline written down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A delivery Zoom with Jessica to walk through your plan together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$399 one time — pay 50/50: $199.50 when you sign, $199.50 before we provide your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solidFill>
            <a:srgbClr val="3E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3EAD3"/>
                </a:solidFill>
                <a:latin typeface="Georgia"/>
              </a:rPr>
              <a:t>Southern Oak Financial &amp; Wellness  •  southernoakfw@gmail.com  •  southernoakfw.org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949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1">
                <a:solidFill>
                  <a:srgbClr val="BC5A28"/>
                </a:solidFill>
                <a:latin typeface="Georgia"/>
              </a:rPr>
              <a:t>Planning firms charge about $2,926 on average to build a plan. Ours is built for families like yours.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E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3EAD3"/>
                </a:solidFill>
                <a:latin typeface="Georgia"/>
              </a:rPr>
              <a:t>SSA Filing Help — What You Will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The steps, in order, in simple words — you file it yourself, we guide you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Jessica on Zoom with you while you file — up to 4 HOURS of guidance included, until your filing is complete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Help with ID.me, your answers, and your Reference # — saved, so you can always get back in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$50 total, paid in full to start — need more time after 4 hours? $10 for every extra 30 minutes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Denied? Email us right away — we connect you with special needs attorneys, no upfront fee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solidFill>
            <a:srgbClr val="3E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3EAD3"/>
                </a:solidFill>
                <a:latin typeface="Georgia"/>
              </a:rPr>
              <a:t>Southern Oak Financial &amp; Wellness  •  southernoakfw@gmail.com  •  southernoakfw.org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E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3EAD3"/>
                </a:solidFill>
                <a:latin typeface="Georgia"/>
              </a:rPr>
              <a:t>Credit Repair — What You Will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A full analysis of your credit reports — what is hurting you, in simple words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Your first dispute, prepared for you — you sign your own letters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$150 total, paid in full to start (analysis + first dispute)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Need further help? Essential Repair — more disputes + monitoring — $89/month, cancel anytime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Plus a simple monthly budget that fits your real life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solidFill>
            <a:srgbClr val="3E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3EAD3"/>
                </a:solidFill>
                <a:latin typeface="Georgia"/>
              </a:rPr>
              <a:t>Southern Oak Financial &amp; Wellness  •  southernoakfw@gmail.com  •  southernoakfw.org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E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3EAD3"/>
                </a:solidFill>
                <a:latin typeface="Georgia"/>
              </a:rPr>
              <a:t>Medication &amp; Life Insurance — Always a Free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Medication check — FREE: we check GoodRx, Cost Plus Drugs, and maker help programs for every medicine you take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If your medication is on our list, the assistance forms are FREE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Life insurance talk — FREE: we look at what your family needs, with Living Benefits explained in simple words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No fee for insurance help — you pay nothing unless you approve a policy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solidFill>
            <a:srgbClr val="3E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3EAD3"/>
                </a:solidFill>
                <a:latin typeface="Georgia"/>
              </a:rPr>
              <a:t>Southern Oak Financial &amp; Wellness  •  southernoakfw@gmail.com  •  southernoakfw.org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E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3EAD3"/>
                </a:solidFill>
                <a:latin typeface="Georgia"/>
              </a:rPr>
              <a:t>Guidance Zooms — Help When You Get Stuck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A 30-minute Zoom with Jessica, on the one thing you are stuck on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$26 per appointment — pay, then email us to set your time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Book only when you need one — you never pay for help you did not book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Perfect after your plan, or with your results page in hand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solidFill>
            <a:srgbClr val="3E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3EAD3"/>
                </a:solidFill>
                <a:latin typeface="Georgia"/>
              </a:rPr>
              <a:t>Southern Oak Financial &amp; Wellness  •  southernoakfw@gmail.com  •  southernoakfw.org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E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3EAD3"/>
                </a:solidFill>
                <a:latin typeface="Georgia"/>
              </a:rPr>
              <a:t>Everything We Offer — Prices Up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Free consultation + your results page — FREE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The Plan Package (family · child 5–17 · young adult 18–26) — $399, pay 50/50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SSA filing help (steps + up to 4 hours of Zoom guidance) — $50 · extra time $10 / 30 min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Credit analysis + first dispute — $150 · further help $89/month, cancel anytime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Guidance Zoom, 30 minutes — $26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2B2B24"/>
                </a:solidFill>
                <a:latin typeface="Georgia"/>
              </a:rPr>
              <a:t>•  Medication check — FREE · Life insurance talk — FREE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solidFill>
            <a:srgbClr val="3E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3EAD3"/>
                </a:solidFill>
                <a:latin typeface="Georgia"/>
              </a:rPr>
              <a:t>Southern Oak Financial &amp; Wellness  •  southernoakfw@gmail.com  •  southernoakfw.org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949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1">
                <a:solidFill>
                  <a:srgbClr val="BC5A28"/>
                </a:solidFill>
                <a:latin typeface="Georgia"/>
              </a:rPr>
              <a:t>No surprises. The price is the price — in writing, before you pay.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4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 i="0">
                <a:solidFill>
                  <a:srgbClr val="F3EAD3"/>
                </a:solidFill>
                <a:latin typeface="Georgia"/>
              </a:rPr>
              <a:t>What Happens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480" y="2377440"/>
            <a:ext cx="9052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  <a:latin typeface="Georgia"/>
              </a:rPr>
              <a:t>1 · We send your results page by email</a:t>
            </a:r>
          </a:p>
          <a:p>
            <a:pPr algn="ctr"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  <a:latin typeface="Georgia"/>
              </a:rPr>
              <a:t>2 · You take your time and decide — no pressure</a:t>
            </a:r>
          </a:p>
          <a:p>
            <a:pPr algn="ctr"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  <a:latin typeface="Georgia"/>
              </a:rPr>
              <a:t>3 · When you are ready, email us: southernoakfw@gmail.com</a:t>
            </a:r>
          </a:p>
          <a:p>
            <a:pPr algn="ctr"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  <a:latin typeface="Georgia"/>
              </a:rPr>
              <a:t>4 · We start — together,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8463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 i="1">
                <a:solidFill>
                  <a:srgbClr val="D9C29A"/>
                </a:solidFill>
                <a:latin typeface="Georgia"/>
              </a:rPr>
              <a:t>No family should do this alone.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852160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 i="0">
                <a:solidFill>
                  <a:srgbClr val="F3EAD3"/>
                </a:solidFill>
                <a:latin typeface="Georgia"/>
              </a:rPr>
              <a:t>Disclaimer: We do not provide refunds for services. There is NO guarantee of approvals. We are not legal attorneys.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